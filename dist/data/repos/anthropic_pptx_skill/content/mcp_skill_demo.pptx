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1177826"/>
            <a:ext cx="812795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507950"/>
            <a:ext cx="829050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Skills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450777"/>
            <a:ext cx="82905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was rendered by </a:t>
            </a:r>
            <a:pPr algn="l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Browser</a:t>
            </a:r>
            <a:pPr algn="l" indent="0" marL="0">
              <a:buNone/>
            </a:pPr>
            <a:r>
              <a:rPr lang="en-US" sz="2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057102"/>
            <a:ext cx="8146852" cy="1717179"/>
          </a:xfrm>
          <a:prstGeom prst="rect">
            <a:avLst/>
          </a:prstGeom>
          <a:solidFill>
            <a:srgbClr val="FFFFFF"/>
          </a:solidFill>
          <a:ln w="9525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2320528"/>
            <a:ext cx="7620000" cy="1088827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the magic...</a:t>
            </a:r>
            <a:endParaRPr lang="en-US" sz="20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Browser Rendering Active</a:t>
            </a:r>
            <a:endParaRPr lang="en-US" sz="20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Validation Passed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2026-01-26T15:19:02Z</dcterms:created>
  <dcterms:modified xsi:type="dcterms:W3CDTF">2026-01-26T15:19:02Z</dcterms:modified>
</cp:coreProperties>
</file>