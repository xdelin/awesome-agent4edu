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Anthropic Skills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python-pptx for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Analysis</a:t>
            </a:r>
          </a:p>
          <a:p>
            <a:r>
              <a:t>2. Unpacking</a:t>
            </a:r>
          </a:p>
          <a:p>
            <a:r>
              <a:t>3. 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