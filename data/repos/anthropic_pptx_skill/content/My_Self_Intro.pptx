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2552700"/>
            <a:ext cx="8001000" cy="0"/>
          </a:xfrm>
          <a:prstGeom prst="line">
            <a:avLst/>
          </a:prstGeom>
          <a:noFill/>
          <a:ln w="38100">
            <a:solidFill>
              <a:srgbClr val="00D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1490" y="1428750"/>
            <a:ext cx="8161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 INTRODUCTION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91490" y="2857500"/>
            <a:ext cx="816102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DA2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Hi, I am </a:t>
            </a:r>
            <a:pPr algn="ctr"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Next-Gen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1490" y="35147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8DA2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Explorer | Developer | Creator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381000"/>
            <a:ext cx="0" cy="609600"/>
          </a:xfrm>
          <a:prstGeom prst="line">
            <a:avLst/>
          </a:prstGeom>
          <a:noFill/>
          <a:ln w="76200">
            <a:solidFill>
              <a:srgbClr val="00D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7700" y="381000"/>
            <a:ext cx="8549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1466850"/>
            <a:ext cx="4229100" cy="2990850"/>
          </a:xfrm>
          <a:prstGeom prst="rect">
            <a:avLst/>
          </a:prstGeom>
          <a:solidFill>
            <a:srgbClr val="122A45"/>
          </a:solidFill>
          <a:ln w="19050">
            <a:solidFill>
              <a:srgbClr val="234B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1771650"/>
            <a:ext cx="36918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00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6300" y="2324100"/>
            <a:ext cx="3619500" cy="1676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Node.js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&amp; Frontend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62500" y="1981200"/>
            <a:ext cx="4229100" cy="2990850"/>
          </a:xfrm>
          <a:prstGeom prst="rect">
            <a:avLst/>
          </a:prstGeom>
          <a:solidFill>
            <a:srgbClr val="122A45"/>
          </a:solidFill>
          <a:ln w="19050">
            <a:solidFill>
              <a:srgbClr val="00D2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67300" y="2286000"/>
            <a:ext cx="369189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25"/>
              </a:spcAft>
              <a:buNone/>
            </a:pPr>
            <a:r>
              <a:rPr lang="en-US" sz="2400" b="1" dirty="0">
                <a:solidFill>
                  <a:srgbClr val="00D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Proficiency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67300" y="2838450"/>
            <a:ext cx="3619500" cy="1676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Integration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Fine-tuning</a:t>
            </a:r>
            <a:endParaRPr lang="en-US" sz="18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D0D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Protocols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2026-01-26T15:27:53Z</dcterms:created>
  <dcterms:modified xsi:type="dcterms:W3CDTF">2026-01-26T15:27:53Z</dcterms:modified>
</cp:coreProperties>
</file>